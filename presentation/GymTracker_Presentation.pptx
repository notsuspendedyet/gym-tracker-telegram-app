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00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7C3AED"/>
                </a:solidFill>
              </a:defRPr>
            </a:pPr>
            <a:r>
              <a:t>🏋️ GymTracker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0A0B0"/>
                </a:solidFill>
              </a:defRPr>
            </a:pPr>
            <a:r>
              <a:t>Telegram-бот для отслеживания тренировок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0B0"/>
                </a:solidFill>
              </a:defRPr>
            </a:pPr>
            <a:r>
              <a:t>Презентация для защиты проекта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Почему я хочу свой бизнес?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Финансовая свобода — возможность самому распоряжаться временем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Больше времени для себя и семьи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Больше зарабатывать и влиять на свой заработок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В найме (Android-разработчик) низкий потолок ЗП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Хочу достичь большего и жить в лучших условиях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Быть хозяином своей жизни, а не работать на чужие мечты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Мой БОМЖ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0B0"/>
                </a:solidFill>
              </a:defRPr>
            </a:pPr>
            <a:r>
              <a:t>Боли • Опасения • Мечты • Желания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321040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💰 Финансы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⏰ Время и свобода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🎯 Самореализация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Боли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Больше работаешь — столько же получаешь. Повышение редкое и небольшое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Необходимость ходить в офис. Постоянный контроль работодателя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Делаю не то, что хочу. Работаю на чужие цели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Опасения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Бедная старость из-за того, что всю жизнь работал в найме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Работать в найме до старости без возможности отдыхать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Прожить не ту жизнь, о которой мечтал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Мечты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Свой дом. Крутая машина или несколько машин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Регулярные путешествия с семьёй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Быть хозяином своей жизни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Желания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Больше денег прямо сейчас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Побольше свободного времени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Самому решать, что делать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БОМЖ моих клиентов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5039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🎓 Студент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💼 Офисный работник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👶 Молодая мама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Боли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Выглядит слабее друзей, считает себя дрыщом. Полгода поднимает одни и те же веса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Болит спина, постоянное похмелье, нет сил. В зеркале видит пивное пузо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 влезает в старую одежду. Нет времени на зал, не с кем оставить ребёнка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Опасения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 накачает мышцы, останется дрыщом навсегда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Здоровье ухудшится. Не знает как правильно заниматься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 вернёт форму после родов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Мечты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Нравиться девушкам, красивый внешний вид, спортивная форма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Хорошая физическая форма, здоровье, энергия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Вернуть форму как у подруги, которая быстро восстановилась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Желания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Понимать когда повышать веса, видеть свой прогресс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Программа тренировок, знать что делать в зале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Короткие тренировки дома (15 мин), пока ребёнок спит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Ценный Конечный Продукт (ЦКП)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💎 ЦЕННЫЙ для покупателя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Видит свой прогресс в цифрах и графиках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Мотивация продолжать тренировки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Удобство — всё в Telegram, не нужно отдельное приложение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Структурированные тренировки вместо хаоса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1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💰 ЦЕННЫЙ для продавца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7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Подписочная модель — рекуррентный доход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899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Низкая стоимость привлечения (Telegram-реклама)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1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Масштабируемость без доп. затрат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79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📊 КОНЕЧНЫЙ (измеримый результат)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5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История всех тренировок с датами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7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Графики прогресса по весам и повторениям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19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Статистика: сколько тренировок, какие мышцы качал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06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📱 ПРОДУКТ (осязаемый результат)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Telegram Mini App с красивым интерфейсом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5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Записи тренировок, которые не потеряются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7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Личный кабинет с достижениями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Путь клиента (MVB)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0B0"/>
                </a:solidFill>
              </a:defRPr>
            </a:pPr>
            <a:r>
              <a:t>От первого контакта до результата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Первый контакт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71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Увидел рекламу в Telegram-канале (спорт, ЗОЖ)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Интерес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74519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Нажал на рекламу, перешёл в бота, прочитал описание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774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3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Знакомство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77439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Открыл Mini App, посмотрел интерфейс и функции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8803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5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Проба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80359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Добавил тестовую тренировку, убедился что работает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3832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7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Использование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383279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Пошёл в зал, записал реальную тренировку — удобно!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88619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6️⃣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19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Покупка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886199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Понял ценность, купил подписку (trial → платная)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3891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1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Результат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389119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Записывает тренировки, видит прогресс, мотивирован расти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Минимальный функционал (MVP)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0B0"/>
                </a:solidFill>
              </a:defRPr>
            </a:pPr>
            <a:r>
              <a:t>Что нужно для запуска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Шаг клиента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нужно с моей стороны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Первый контакт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Простая реклама в 1-2 Telegram-каналах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Интерес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Бот с описанием и кнопкой 'Открыть приложение'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Знакомство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Mini App: главный экран, список упражнений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Проба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Возможность добавить упражнение и записать подход (вес × повторения)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Использование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История тренировок (список), базовый график прогресса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Покупка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Простая форма оплаты подписки (trial 7 дней → 99₽/мес)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Данные сохраняются, пользователь видит свою статистику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Максимальный функционал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0B0"/>
                </a:solidFill>
              </a:defRPr>
            </a:pPr>
            <a:r>
              <a:t>Куда расти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Шаг клиента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Максимальные возможности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Первый контакт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Таргетированная реклама, блогеры, несколько каналов, SEO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Интерес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Видео-превью, отзывы пользователей, FAQ в боте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Знакомство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Красивый UI, разные типы упражнений (силовые, кардио, плавание, статика)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Проба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Онбординг с подсказками, готовые программы тренировок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Использование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Детальная статистика, достижения, напоминания, экспорт данных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Покупка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Несколько тарифов, семейная подписка, годовая со скидкой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Социальные функции: делиться прогрессом, челленджи с друзьями, рейтинги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Анализ конкурентов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321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Конкурент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Плюсы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Минусы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Цена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gym-bot.ru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Красивый, планы питания, анализ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Нет интерфейса (только бот)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500₽/мес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@gym_ru_bot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Крутые программы, бесплатный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Нет интерфейса, нет статистики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Бесплатно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Gym Tracker (РуСтор)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Гибкая статистика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Некрасивый, надо заходить самому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Бесплатно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50 подтягиваний и т.п.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Программы роста, достижения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Узкая специализация, реклама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Бесплатно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Тетрадка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Дёшево, тактильно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Неудобно, можно потерять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~50₽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🏋️ GymTracker (я)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Удобно в Telegram, красиво, статистика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Пока MVP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99₽/мес</a:t>
                      </a:r>
                    </a:p>
                  </a:txBody>
                  <a:tcPr anchor="ctr">
                    <a:solidFill>
                      <a:srgbClr val="22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Уникальное Торговое Предложение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7C3AED"/>
                </a:solidFill>
              </a:defRPr>
            </a:pPr>
            <a:r>
              <a:t>«Ходишь в зал? А какой вес брал на тяге месяц назад? Не помнишь? Нет роста веса — нет роста мышц. Записывай тренировки в боте и смотри как растёшь!»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Удобно — прямо в Telegram, не нужно отдельное приложение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Красиво — современный тёмный интерфейс как в топовых приложениях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Функционально — разные типы тренировок, графики, история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Мотивирует — видишь свой прогресс, хочется расти дальше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Социально — делись успехами с друзьями, парные челленджи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Итоги и следующие шаги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Проблема понятна: люди не отслеживают прогресс → нет роста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Решение есть: удобный бот в Telegram с красивым интерфейсом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MVP готов: можно записывать тренировки и видеть статистику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Монетизация: подписочная модель (trial + 99₽/мес)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📍 Следующие шаги: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1. Доработать функционал подписки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2. Запустить рекламу в 2-3 спортивных каналах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3. Собрать первых 100 пользователей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4. Получить обратную связь и улучшить продукт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7C3AED"/>
                </a:solidFill>
              </a:defRPr>
            </a:pPr>
            <a:r>
              <a:t>🏋️ GymTracker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B0"/>
                </a:solidFill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966</Words>
  <Application>Microsoft Office PowerPoint</Application>
  <PresentationFormat>Экран (4:3)</PresentationFormat>
  <Paragraphs>178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Александр</cp:lastModifiedBy>
  <cp:revision>1</cp:revision>
  <dcterms:created xsi:type="dcterms:W3CDTF">2013-01-27T09:14:16Z</dcterms:created>
  <dcterms:modified xsi:type="dcterms:W3CDTF">2026-01-28T20:18:49Z</dcterms:modified>
  <cp:category/>
</cp:coreProperties>
</file>